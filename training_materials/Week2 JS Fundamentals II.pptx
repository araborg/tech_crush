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09728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09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8046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777240"/>
            <a:ext cx="164592" cy="35204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 PROGRAM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JavaScript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II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 |  Objects  |  Error Handling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Esther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407408"/>
            <a:ext cx="6858000" cy="5486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4407408"/>
            <a:ext cx="219456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453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95160" y="4453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  |  2 Hours Each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 this week: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08760"/>
            <a:ext cx="27432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81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075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" y="2514600"/>
            <a:ext cx="24140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Array?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accessing arrays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methods: map, filter,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reduce, forEach, find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508760"/>
            <a:ext cx="274320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581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075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64992" y="2514600"/>
            <a:ext cx="24140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Object?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objects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and rest operators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through objects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508760"/>
            <a:ext cx="27432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581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2075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91072" y="2514600"/>
            <a:ext cx="24140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error?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try, catch, finally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 custom errors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Week 2, you will be working with lists, real-world data structures, and handling errors like a pro!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9144000" cy="2286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Array Methods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ARRAY?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5214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is a variable that can hold MANY values at the same time, stored in a single ordered list.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4320" y="1965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Think of an array like a shopping list. Instead of writing each item in a separate variable, you write them all in one list.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663440" cy="196596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852928"/>
            <a:ext cx="438912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an array (messy!)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item1 = "Rice";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item2 = "Beans";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item3 = "Plantain";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an array (clean!)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shoppingList = ["Rice", "Beans", "Plantain"];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console.log(shoppingList); // ["Rice","Beans","Plantain"]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920240"/>
            <a:ext cx="35661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1920240"/>
            <a:ext cx="356616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1984248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About Arrays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0096" y="2441448"/>
            <a:ext cx="146304" cy="146304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separated by commas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0096" y="2898648"/>
            <a:ext cx="146304" cy="146304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array is wrapped in [ 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0096" y="3355848"/>
            <a:ext cx="146304" cy="146304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has a position number (index)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3813048"/>
            <a:ext cx="146304" cy="146304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counting STARTS at 0, not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0096" y="4270248"/>
            <a:ext cx="146304" cy="146304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can hold any data type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ITEMS IN AN ARRAY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in an array has an index (position number). The first item is always at index 0.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85953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Array:  ["Ada", "Bayo", "Chisom", "David", "Emeka"]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1993392"/>
            <a:ext cx="1554480" cy="41148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93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84248" y="1993392"/>
            <a:ext cx="1554480" cy="41148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1993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48456" y="1993392"/>
            <a:ext cx="1554480" cy="41148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1993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12664" y="1993392"/>
            <a:ext cx="1554480" cy="41148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12664" y="1993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76872" y="1993392"/>
            <a:ext cx="1554480" cy="41148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1993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578608"/>
            <a:ext cx="8595360" cy="208483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2688336"/>
            <a:ext cx="83210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students = ["Ada", "Bayo", "Chisom", "David", "Emeka"];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console.log(students[0]);  // "Ada"      (first item)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console.log(students[2]);  // "Chisom"   (third item)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console.log(students[4]);  // "Emeka"    (last item)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Length: how many items are in the array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console.log(students.length); //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Last item using length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console.log(students[students.length - 1]); // "Emeka"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METHOD: forEach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runs a function once for every item in the array. Use it when you just want to DO something with each item and you do not need a new list back.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175564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The teacher calls each student one by one and checks their attendance. She is not creating a new list. She is just doing something for each student.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5029200" cy="233172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450592"/>
            <a:ext cx="475488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fruits = ["Mango", "Orange", "Banana", "Pawpaw"];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each fruit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fruits.forEach(function(fruit)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console.log("I love " + fruit);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love Mango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love Orange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love Banana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love Pawpaw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340864"/>
            <a:ext cx="3291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2340864"/>
            <a:ext cx="32918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239572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forEach Works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50992" y="2834640"/>
            <a:ext cx="256032" cy="25603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8163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picks item 1 ("Mango") and passes it into the function as fruit.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50992" y="3291840"/>
            <a:ext cx="256032" cy="25603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32735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runs: logs "I love Mango".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50992" y="3749040"/>
            <a:ext cx="256032" cy="25603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7307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 item 2 ("Orange") and repeats.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50992" y="4206240"/>
            <a:ext cx="256032" cy="25603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4206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41879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until all items are done.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METHOD: map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creates a NEW array by transforming each item in the original array. The original array is not changed.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175564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teacher takes a list of scores and converts each one to a grade. She gets back a new list of grades. The original score list stays the same.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8595360" cy="233172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450592"/>
            <a:ext cx="83210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prices = [500, 1200, 800, 3000];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10% VAT to every 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pricesWithVAT = prices.map(function(price)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* 1.1;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console.log(prices);         // [500, 1200, 800, 3000]  &lt;-- original unchanged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console.log(pricesWithVAT);  // [550, 1320, 880, 3300]  &lt;-- new array returned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 version (shorter)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doubled = prices.map(price =&gt; price *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console.log(doubled); // [1000, 2400, 1600, 6000]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METHOD: filter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creates a NEW array containing only the items that pass a condition (that return true). Items that fail the condition are left out.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175564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class teacher filters out all students who scored below 50, to know who needs extra help. The original list stays untouched.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8595360" cy="233172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450592"/>
            <a:ext cx="83210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scores = [45, 72, 38, 90, 55, 29, 88];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Keep only scores that are 50 and above (passing scores)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passingScores = scores.filter(function(score)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 &gt;= 50;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console.log(scores);         // [45, 72, 38, 90, 55, 29, 88]  &lt;-- original unchanged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console.log(passingScores);  // [72, 90, 55, 88]              &lt;-- new filtered array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 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failingScores = scores.filter(score =&gt; score &lt; 50);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console.log(failingScores); // [45, 38, 29]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METHOD: find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returns the FIRST item in the array that matches a condition. If nothing is found, it returns undefined. Unlike filter, it stops after finding the first match.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1755648"/>
            <a:ext cx="5029200" cy="256032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1865376"/>
            <a:ext cx="47548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students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"Amara",  score: 45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"Biodun", score: 72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"Cynthia",score: 90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 first student who scored above 70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topStudent = students.find(s =&gt; s.score &gt; 70);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console.log(topStudent);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name: "Biodun", score: 72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Note: it stops at Biodun, even though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Cynthia also qualifies.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755648"/>
            <a:ext cx="3291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1755648"/>
            <a:ext cx="32918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18105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vs filter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50992" y="2267712"/>
            <a:ext cx="3145536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232257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42432" y="261518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item (first match). Returns undefined if not found.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50992" y="3273552"/>
            <a:ext cx="3145536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332841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42432" y="362102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matching items in a new array. Returns empty [] if none match.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434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find when you want ONE result. Use filter when you want ALL results.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METHOD: reduce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boils an entire array down into a single value. It is great for totals, sums, and calculations.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175564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cashier adds up all items in your cart one by one, keeping a running total, until she arrives at your final bill.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8595360" cy="239572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377440"/>
            <a:ext cx="8321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cartPrices = [1500, 800, 2200, 450, 1000];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all prices together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total = cartPrices.reduce(function(runningTotal, currentPrice)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runningTotal + currentPrice;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0); // 0 is the starting value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console.log(total); // 5950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 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grandTotal = cartPrices.reduce((acc, price) =&gt; acc + price,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console.log(grandTotal); // 5950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array method returns a NEW array with ALL matching items?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097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4865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097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4865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forEach does not return anything. find returns ONE item. reduce returns a single value.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"/>
            <a:ext cx="91440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SUMMARY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every item and does something. Does not return a new array.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each item and returns a NEW array. Original stays the same.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28529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NEW array with only the items that pass a condition.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28529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FIRST item that matches a condition. Stops there.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items into a single value (e.g. a total sum).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41513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of an item in an array. Starts at 0, not 1.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9144000" cy="2286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Objects: Creation, Destructuring, Spread, Rest and Iteration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OBJECT?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a collection of related data stored as key-value pairs. Think of it as a way to describe a real-world thing with multiple properties.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8745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student ID card. It holds one person's details: name, age, department, and ID number. An object works the same way.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4663440" cy="212140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651760"/>
            <a:ext cx="43891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Creating an object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student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"Ngozi Adeyemi",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age: 21,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department: "Computer Science",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isEnrolled: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Accessing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console.log(student.name);       // "Ngozi Adeyemi"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console.log(student["age"]);     // 21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874520"/>
            <a:ext cx="35661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1874520"/>
            <a:ext cx="356616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1929384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About Objects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0096" y="2395728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curly braces { }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40096" y="2779776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27614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is a key: value pair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40096" y="3163824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3145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like labels (names)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0096" y="3547872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35295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be any data type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40096" y="3931920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3913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with dot (.) or bracket [""]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40096" y="4315968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4297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hold a list. Objects describe a thing.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OBJECT PROPERTIES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add new properties, update existing ones, and remove properties from an object at any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8595360" cy="310896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664208"/>
            <a:ext cx="83210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phone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brand: "Samsung",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"Galaxy S22",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350000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a new property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phone.color = "Phantom Black";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console.log(phone.color); // "Phantom Black"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 an existing property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phone.price = 320000;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console.log(phone.price); // 320000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a property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phone.model;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console.log(phone.model); // undefined (it no longer exists)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console.log(phone); // { brand: "Samsung", price: 320000, color: "Phantom Black" 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DESTRUCTURING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is a shortcut for pulling out values from an object and storing them in separate variables. Instead of writing object.key many times, you extract them in one line.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1847088"/>
            <a:ext cx="5029200" cy="281635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1956816"/>
            <a:ext cx="475488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employee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"Tunde Balogun",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role: "Frontend Developer",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salary: 450000,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"Lagos"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destructuring (long way)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name1 = employee.name;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role1 = employee.role;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destructuring (short and clean!)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name, role, salary } = employee;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console.log(name);   // "Tunde Balogun"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console.log(role);   // "Frontend Developer"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console.log(salary); // 450000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847088"/>
            <a:ext cx="329184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1847088"/>
            <a:ext cx="32918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19019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While Destructuring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87568" y="235915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give the variable a different name using a colon: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2834640"/>
            <a:ext cx="3200400" cy="155448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2944368"/>
            <a:ext cx="2926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name: fullName,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role: jobTitle } = employee;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console.log(fullName);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"Tunde Balogun"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console.log(jobTitle);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"Frontend Developer"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AND REST OPERATORS ( ... 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spread and rest use three dots ( ... ) but they do opposite things depending on where you use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42062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54480"/>
            <a:ext cx="42062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0934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Expand / Copy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048256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opens up an array or object and spreads its items out.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4114800" cy="192024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670048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profile = { name: "Ada", age: 22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 and add new properties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updatedProfile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...profile,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"Abuja"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console.log(updatedProfile);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name:"Ada", age:22, city:"Abuja" 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42062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54480"/>
            <a:ext cx="42062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60934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Collect the Remaining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2048256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collects the remaining items into a new array or object.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560320"/>
            <a:ext cx="4114800" cy="192024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670048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name, ...rest }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"Emeka",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age: 25,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"Lagos"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console.log(name); // "Emeka"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console.log(rest);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age: 25, city: "Lagos" 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OVER OBJECTS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arrays, objects do not have a direct index. Here are three ways to loop through an object.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8595360" cy="310896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664208"/>
            <a:ext cx="83210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student = { name: "Funmi", age: 20, course: "Backend Engineering"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for...in: loops through each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key in student)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console.log(key + ": " + student[key]);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name: Funmi   |   age: 20   |   course: Backend Engineering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Object.keys(): returns an array of keys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console.log(Object.keys(student));   // ["name", "age", "course"]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Object.values(): returns an array of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console.log(Object.values(student)); // ["Funmi", 20, "Backend Engineering"]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Object.entries(): returns [key, value] pairs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console.log(Object.entries(student));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[["name","Funmi"], ["age",20], ["course","Backend Engineering"]]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spread operator ( ... ) do when used on an object?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097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all properties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4865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 object's properties into a new object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097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all values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4865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remaining properties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Spread expands the contents. Rest collects the remaining. Same symbol, different direction!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"/>
            <a:ext cx="91440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SUMMARY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related data as key-value pairs inside { }. Describes a real thing.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value: student.name. Add or update: student.age = 22.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28529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values out of an object into separate variables in one clean line.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( ... 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28529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all properties from one object into a new one. Useful for cloning.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 ... 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the remaining properties into a new object after some are taken out.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Object.keys / values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41513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 to get all keys or values from an object as an array.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9144000" cy="2286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try, catch and finally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ERROR?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is what happens when JavaScript cannot run your code because something went wrong. When an error occurs, JavaScript STOPS running and shows an error message.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1874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 of Errors: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04288"/>
            <a:ext cx="1554480" cy="82296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0428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3774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a typo or forgot something like a bracket.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377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(5 + 3;    // missing closing 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36976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36976"/>
            <a:ext cx="15544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36976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ReferenceError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3101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a variable that does not exist.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33101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console.log(myAge); // myAge was never defined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69664"/>
            <a:ext cx="1554480" cy="82296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6966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2428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a value in the wrong way.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424281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num = 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num.toUpperCase(); // numbers have no toUpperCase()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AND catch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lets your program handle errors gracefully. Instead of crashing, JavaScript runs your "backup plan" inside the catch block.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1847088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When a generator fails, the backup generator kicks in. Your program does not go dark. The catch block is your backup generator.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5029200" cy="226771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505456"/>
            <a:ext cx="47548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Code that might fail goes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result = 10 /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undefinedFunction(); // This will cause an error!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console.log("This line will NOT run.");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(error)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This runs ONLY if something goes wrong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console.log("An error occurred: " + error.message);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console.log("The program continues here.");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395728"/>
            <a:ext cx="32918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2395728"/>
            <a:ext cx="32918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245059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try-catch Works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87568" y="2907792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889504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runs the code inside try.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87568" y="3291840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327355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works fine, catch is skipped completely.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87568" y="3675888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36576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error happens, JavaScript jumps immediately into catch.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87568" y="4059936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40416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try is skipped. catch runs instead.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87568" y="4443984"/>
            <a:ext cx="137160" cy="137160"/>
          </a:xfrm>
          <a:prstGeom prst="ellipse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442569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continues after the catch block.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OBJECT INSIDE catch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error is caught, JavaScript gives you an error object with useful information about what went wrong.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72768"/>
            <a:ext cx="5029200" cy="217627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682496"/>
            <a:ext cx="47548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user =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console.log(user.name); // Cannot read property of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(error)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console.log(error.name);    // "TypeError"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console.log(error.message); // Cannot read properties of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console.log(error.stack);   // Full details and line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572768"/>
            <a:ext cx="329184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1572768"/>
            <a:ext cx="32918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162763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Object Properties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50992" y="2066544"/>
            <a:ext cx="3145536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2112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error.name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86600" y="2112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error e.g. TypeError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50992" y="2615184"/>
            <a:ext cx="3145536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660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error.message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86600" y="2660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human-readable explanation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50992" y="3163824"/>
            <a:ext cx="3145536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3209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error.stack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86600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 showing where the error happened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858768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858768"/>
            <a:ext cx="914400" cy="86868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85876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3931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finally block ALWAYS runs, whether or not an error occurred. Use it for cleanup tasks like closing a connection or showing a "loading done" message.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finally BLOCK IN ACTION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always runs. Whether the try succeeded OR the catch ran, finally will run at the end.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8595360" cy="245059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664208"/>
            <a:ext cx="83210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loadUserData(userId)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console.log("Starting to load data...");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(userId &lt;= 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Error("User ID must be greater than 0");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console.log("Data loaded for user: " + userId);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(error)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console.log("Failed: " + error.message);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console.log("Loading complete. Closing connection."); // ALWAYS runs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loadUserData(5);   // Data loaded for user: 5  --&gt;  Loading complete.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loadUserData(-1);  // Failed: User ID must be...  --&gt;  Loading complete.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133088"/>
            <a:ext cx="8595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try = attempt it.  catch = handle it if it fails.  finally = always do this at the end, no matter what.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 YOUR OWN ERRORS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859536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create and throw your own errors using the throw keyword. This lets you set your own rules for what counts as invalid in your program.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1764792"/>
            <a:ext cx="8595360" cy="2834640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1874520"/>
            <a:ext cx="832104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registerStudent(name, 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(!name || name.trim() === "")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Error("Name cannot be empty!");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(age &lt; 16 || age &gt; 60)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Error("Age must be between 16 and 60. Got: " + 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console.log("Student registered: " + name + ", Age: " + 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(error)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console.log("Registration failed: " + error.message);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registerStudent("Bola Okafor", 22); // Student registered: Bola Okafor, Age: 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registerStudent("", 22);            // Registration failed: Name cannot be empty!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registerStudent("Kemi", 12);        // Registration failed: Age must be between 16 and 60.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block ALWAYS runs, whether or not an error occurred?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097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87452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48656" y="198424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097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0233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80360"/>
            <a:ext cx="402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48656" y="299008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finally is your "clean up after yourself" block. It runs no matter what happens in try or catch.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STUDENT REGISTRATION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put Arrays, Objects and Error Handling together in one real project!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8595360" cy="3218688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618488"/>
            <a:ext cx="83210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students = [];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addStudent(name, age, course)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(!name) throw new Error("Name is required");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(age &lt; 16)  throw new Error("Student must be at least 16 years old");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 newStudent = { name, age, course, id: students.length + 1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students.push(newStudent);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console.log("Added: " + 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(error)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console.log("Error: " + error.message);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console.log("Total students: " + students.length);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addStudent("Amaka Obi", 20, "Backend Engineering");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Added: Amaka Obi | Total students: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addStudent("", 18, "Frontend");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Error: Name is required | Total students: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all students over 19 using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seniors = students.filter(s =&gt; s.age &gt; 19);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console.log(seniors.map(s =&gt; s.name)); // ["Amaka Obi"]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"/>
            <a:ext cx="9144000" cy="475488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SUMMARY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code that might fail. JavaScript attempts to run what is inside.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when an error occurs in try. The error object gives you details.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28529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after try and catch, whether or not there was an error.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95728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95728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28529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sends your own custom error with a message you choose.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error.message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human-readable explanation of what went wrong.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94176"/>
            <a:ext cx="420624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694176"/>
            <a:ext cx="64008" cy="11430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85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error.name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41513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error e.g. TypeError, ReferenceError, SyntaxError.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REVIEW QUESTIONS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answer these in your own words. No peeking at your notes for the first attempt!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08760"/>
            <a:ext cx="365760" cy="76809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508760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1600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an array and an object?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86584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86584"/>
            <a:ext cx="365760" cy="76809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86584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24780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scores = [80, 45, 92, 30], write code to get only scores above 50.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26440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64408"/>
            <a:ext cx="365760" cy="76809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64408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3558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map method return? Does it change the original array?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4223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42232"/>
            <a:ext cx="365760" cy="76809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42232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233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destructuring and why is it useful?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150876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508760"/>
            <a:ext cx="365760" cy="7680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508760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1600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spread and rest?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386584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386584"/>
            <a:ext cx="365760" cy="7680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386584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66360" y="24780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error happens inside a try block, which block runs next?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26440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264408"/>
            <a:ext cx="365760" cy="7680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264408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66360" y="33558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takes a name (string). If the name is empty, throw an error.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414223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4142232"/>
            <a:ext cx="365760" cy="7680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142232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66360" y="4233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find and filter?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MINI PROJECT: CLASS RESULT PROCESSOR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everything from Week 2 to build a program that processes a class result list!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8595360" cy="3456432"/>
          </a:xfrm>
          <a:prstGeom prst="rect">
            <a:avLst/>
          </a:prstGeom>
          <a:solidFill>
            <a:srgbClr val="1E2D3D"/>
          </a:solidFill>
          <a:ln w="12700">
            <a:solidFill>
              <a:srgbClr val="E8473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618488"/>
            <a:ext cx="8321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classResult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name: "Adaeze", score: 88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name: "Babatunde", score: 45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name: "Chidinma", score: 72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name: "David", score: 31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name: "Efua", score: 95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(classResult.length === 0) throw new Error("No student records found!");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 all passing students (score &gt;= 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passing = classResult.filter(s =&gt; s.score &gt;= 50);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 their names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passingNames = passing.map(s =&gt; s.name);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Calculate the class average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total = classResult.reduce((sum, s) =&gt; sum + s.score,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average = total / classResult.length;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console.log("Passing students: " + passingNames);  // ["Adaeze","Chidinma","Efua"]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console.log("Class average: " + average);          // 66.2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(error)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console.log("Could not process results: " + error.message);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console.log("Result processing complete.");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118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828800" cy="118872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75488"/>
            <a:ext cx="76809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502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IN WEEK 3?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3931920"/>
            <a:ext cx="411480" cy="10058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480560"/>
            <a:ext cx="411480" cy="45720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this week! Here is a preview of what Week 3 will bring: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36192"/>
            <a:ext cx="42062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002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048256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objects inherit properties from other objects in JavaScript.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153619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536192"/>
            <a:ext cx="42062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6002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8888" y="2048256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Programming: classes, constructors, inheritance and encapsulation.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108960"/>
            <a:ext cx="4206240" cy="402336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17296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3621024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split your code into separate files using CommonJS and ES Modules.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108960"/>
            <a:ext cx="420624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17296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18888" y="3621024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and fix bugs in your code using the console and browser tools.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Complete the mini project and review your Week 1 and Week 2 notes!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144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09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 dreams into reality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8046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777240"/>
            <a:ext cx="164592" cy="35204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60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Done!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completed Week 2 of the Backend Engineering Program.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50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covered: Arrays and Methods  |  Objects  |  Destructuring  |  Spread and Rest  |  Error Handling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practising, keep building, and keep asking questions. See you in Week 3!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407408"/>
            <a:ext cx="6858000" cy="548640"/>
          </a:xfrm>
          <a:prstGeom prst="rect">
            <a:avLst/>
          </a:prstGeom>
          <a:solidFill>
            <a:srgbClr val="E8473F"/>
          </a:solidFill>
          <a:ln w="12700">
            <a:solidFill>
              <a:srgbClr val="E847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4407408"/>
            <a:ext cx="219456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453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training material belongs to TechCrush and should not be shared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95160" y="4453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of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2 - JavaScript Fundamentals II</dc:title>
  <dc:subject>PptxGenJS Presentation</dc:subject>
  <dc:creator>PptxGenJS</dc:creator>
  <cp:lastModifiedBy>PptxGenJS</cp:lastModifiedBy>
  <cp:revision>1</cp:revision>
  <dcterms:created xsi:type="dcterms:W3CDTF">2026-03-23T10:15:24Z</dcterms:created>
  <dcterms:modified xsi:type="dcterms:W3CDTF">2026-03-23T10:15:24Z</dcterms:modified>
</cp:coreProperties>
</file>