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1440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09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393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80467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777240"/>
            <a:ext cx="164592" cy="35204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9601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 PROGRAM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and Number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Manipulating text and numbers in JavaScript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401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Esther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407408"/>
            <a:ext cx="6858000" cy="5486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4407408"/>
            <a:ext cx="219456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453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95160" y="44531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  |  2 Hours Each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WHAT WE ARE COVERING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set of classes you will learn how to work with two of the most common data types in JavaScript: Strings and Numbers.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627632"/>
            <a:ext cx="27432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27632"/>
            <a:ext cx="274320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157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 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8912" y="2578608"/>
            <a:ext cx="241401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string?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property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toUpperCase / toLowerCase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trim, trimStart, trimEnd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indexOf, includes, startsWith, endsWith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627632"/>
            <a:ext cx="27432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627632"/>
            <a:ext cx="27432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2157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 II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64992" y="2578608"/>
            <a:ext cx="241401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slice, substring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replace, replaceAll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padStart, padEnd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 (recap)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627632"/>
            <a:ext cx="27432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627632"/>
            <a:ext cx="274320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2157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Methods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91072" y="2578608"/>
            <a:ext cx="241401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typeof with numbers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toFixed, toPrecision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parseInt, parseFloat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Number(), isNaN, isFinite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object: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round, floor, ceil, max, min, random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9144000" cy="2286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Methods: length, Case, trim, indexOf, includes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STRING?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any piece of text in JavaScript. It can be a name, a sentence, an email address, a password or even a single letter. Strings are always wrapped in quotes.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874520"/>
            <a:ext cx="5029200" cy="190195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1984248"/>
            <a:ext cx="47548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name    = "Adaeze Okonkwo";   // double quotes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city    = 'Lagos';              // single quotes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message = `Hello, ${name}!`;    // backtick (template)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console.log(typeof name);    // "string"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console.log(name.length);    // 14  (counts every character)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1874520"/>
            <a:ext cx="32918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1874520"/>
            <a:ext cx="3291840" cy="40233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1929384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.length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87568" y="2377440"/>
            <a:ext cx="30723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.length is a property (not a method) that tells you how many characters are in a string.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count!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 Bayo" has 7 characters.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858768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58768"/>
            <a:ext cx="73152" cy="8046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13632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Strings are immutable. You cannot change individual characters inside a string.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string methods return a NEW string. They never change the original.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toUpperCase() AND toLowerCase()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methods change the case of every letter in a string. They are used very often when comparing text, formatting names, and cleaning user input.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627632"/>
            <a:ext cx="8595360" cy="171907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1737360"/>
            <a:ext cx="8321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greeting = "Hello, My Name Is Esther!";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console.log(greeting.toUpperCase()); // "HELLO, MY NAME IS ESTHER!"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console.log(greeting.toLowerCase()); // "hello, my name is esther!"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console.log(greeting);               // "Hello, My Name Is Esther!"  &lt;-- original unchanged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456432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456432"/>
            <a:ext cx="859536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511296"/>
            <a:ext cx="8375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Use: Comparing user input without worrying about how they typed 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913632"/>
            <a:ext cx="8503920" cy="71323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02336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answer = "YES";  // User typed in capitals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(answer.toLowerCase() === "yes") { console.log("Great! You agreed."); 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trim(), trimStart() AND trimEnd()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removes extra whitespace (spaces, tabs) from the beginning and end of a string. This is very useful when processing form input from users who accidentally add spaces.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" y="184708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Imagine someone writes their name on a form with extra spaces before and after. trim cleans that up automatically.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359152"/>
            <a:ext cx="8595360" cy="228600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468880"/>
            <a:ext cx="83210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rawInput = "   Chiamaka Eze   ";  // spaces on both sides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console.log(rawInput.trim());       // "Chiamaka Eze"   (removed both sides)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console.log(rawInput.trimStart());  // "Chiamaka Eze   " (removed left only)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console.log(rawInput.trimEnd());    // "   Chiamaka Eze" (removed right only)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Very common in form validation: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username = "   admin   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(username.trim() === "admin")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console.log("Login successful!");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indexOf() AND includes()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methods help you search inside a string to find whether something exists there.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36192"/>
            <a:ext cx="42062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536192"/>
            <a:ext cx="4206240" cy="40233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59105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indexOf()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2048256"/>
            <a:ext cx="3986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INDEX (position) of the first match.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-1 if nothing is found.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15184"/>
            <a:ext cx="4114800" cy="181051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724912"/>
            <a:ext cx="38404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email = "esther@techcrush.com";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console.log(email.indexOf("@"));    //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console.log(email.indexOf(".com")); // 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console.log(email.indexOf("xyz"));  // -1  (not found)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if it contains @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(email.indexOf("@") !== -1)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console.log("Valid email format");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536192"/>
            <a:ext cx="42062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536192"/>
            <a:ext cx="420624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59105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includes()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73168" y="2048256"/>
            <a:ext cx="3986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or false. Cleaner than indexOf when you only need to know IF something exists.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615184"/>
            <a:ext cx="4114800" cy="181051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724912"/>
            <a:ext cx="38404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bio = "I am a backend developer from Lagos";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console.log(bio.includes("backend")); //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console.log(bio.includes("frontend"));//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console.log(bio.includes("Lagos"));   // true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Cleaner for simple checks: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(bio.includes("developer"))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console.log("This person is a dev!");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startsWith() AND endsWith()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methods check whether a string starts or ends with a specific piece of text. They return true or false.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81912"/>
            <a:ext cx="8595360" cy="2487168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1691640"/>
            <a:ext cx="83210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filename = "report_final_2024.pdf";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console.log(filename.startsWith("report")); //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console.log(filename.startsWith("draft"));  //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console.log(filename.endsWith(".pdf"));     //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console.log(filename.endsWith(".docx"));    // false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Real world: checking file types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checkFile(name)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(name.endsWith(".pdf"))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console.log("This is a PDF file. Safe to open.");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console.log("Unknown file type: " + 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checkFile("invoice.pdf");   // This is a PDF file. Safe to open.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checkFile("virus.exe");     // Unknown file type: virus.exe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4160520"/>
            <a:ext cx="859536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245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methods are case-sensitive!  "Hello".startsWith("hello")  returns FALSE because the capital H does not match.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9144000" cy="475488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 "   Tunde   ".trim()  return?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7452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7452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0976" y="198424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  Tunde   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87452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87452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87452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48656" y="198424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"Tunde"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8036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8036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0976" y="299008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88036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8036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88036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48656" y="299008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005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trim removes whitespace from both ends but does not change the original string.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9144000" cy="475488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SUMMARY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97280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.length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1572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every character in the string, including spaces. It is a property, not a method.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toUpperCase()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37760" y="1572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every letter to UPPERCASE. Returns a new string.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95728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87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toLowerCase()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287121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every letter to lowercase. Returns a new string.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395728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95728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487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trim()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37760" y="287121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extra whitespace from both ends. Great for cleaning user input.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94176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94176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85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indexOf()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16966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position of the first match, or -1 if not found.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94176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94176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785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includes()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37760" y="416966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or false. Use it when you only need to know IF something exists.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9144000" cy="2286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Methods: slice, replace, split, pad, repeat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slice() AND substring()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slice and substring cut out a piece of a string. You tell them WHERE to start and WHERE to stop. The character at the stop position is NOT included.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1783080"/>
            <a:ext cx="8595360" cy="162763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1892808"/>
            <a:ext cx="8321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fullName = "Oluwaseun Adeyemi";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0123456789...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console.log(fullName.slice(0, 9));       // "Oluwaseun"  (index 0 up to but not including 9)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console.log(fullName.slice(10));         // "Adeyemi"    (from index 10 to the end)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console.log(fullName.substring(0, 9));   // "Oluwaseun"  (same result as slice here)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20440"/>
            <a:ext cx="859536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575304"/>
            <a:ext cx="8375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Difference: Negative Numbers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968496"/>
            <a:ext cx="850392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07822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word = "JavaScript";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console.log(word.slice(-6));       // "Script"  (counts 6 from the END)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console.log(word.substring(-6));   // "JavaScript"  (negatives are treated as 0)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replace() AND replaceAll()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swaps out text inside a string. replace only changes the FIRST match it finds. replaceAll changes EVERY match.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" y="17830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replace is like crossing out only the first error in an essay. replaceAll is like using "Find and Replace" in Word.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8595360" cy="2395728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395728"/>
            <a:ext cx="83210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message = "I love Lagos. Lagos is amazing. Lagos never sleeps.";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replace: only changes FIRST match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console.log(message.replace("Lagos", "Abuja"));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"I love Abuja. Lagos is amazing. Lagos never sleeps."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replaceAll: changes ALL matches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console.log(message.replaceAll("Lagos", "Abuja"));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"I love Abuja. Abuja is amazing. Abuja never sleeps."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Real world: masking a phone 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phone = "08012345678";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masked = phone.replace("12345", "*****");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console.log(masked); // "080*****678"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breaks a string into an ARRAY of smaller strings by cutting it wherever it finds the separator you give it.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" y="17830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Cutting a rope at every knot gives you separate pieces. split cuts a string at every separator.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267712"/>
            <a:ext cx="8595360" cy="242316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377440"/>
            <a:ext cx="832104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courses = "JavaScript,Node.js,PostgreSQL,MongoDB";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Split by comma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courseList = courses.split(",");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console.log(courseList);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["JavaScript", "Node.js", "PostgreSQL", "MongoDB"]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Split a sentence into individual words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sentence = "Backend development is fun";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console.log(sentence.split(" 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["Backend", "development", "is", "fun"]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Split into individual characters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console.log("Esther".split(""));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["E", "s", "t", "h", "e", "r"]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padStart(), padEnd() AND repeat()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5029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078992"/>
            <a:ext cx="5029200" cy="40233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133856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padStart() and padEnd()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1591056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characters to the start or end of a string until it reaches a certain length. Great for formatting numbers and IDs.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176272"/>
            <a:ext cx="4937760" cy="155448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286000"/>
            <a:ext cx="46634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id = "42";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console.log(id.padStart(5, "0")); // "00042"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console.log(id.padEnd(5, "-"));   // "42---"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Masking a card 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card = "8842";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console.log(card.padStart(16,"*"));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"************8842"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078992"/>
            <a:ext cx="32918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1078992"/>
            <a:ext cx="329184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113385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87568" y="1591056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string by repeating the original string a given number of times.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23560" y="2176272"/>
            <a:ext cx="3200400" cy="155448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0" y="2286000"/>
            <a:ext cx="29260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star = "* 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console.log(star.repeat(5));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"* * * * * 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line = "=";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console.log(line.repeat(20));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"===================="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41648"/>
            <a:ext cx="859536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Recap: Template Literals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backticks ( ` ) and ${ } to embed variables directly into a string:  `Hello, ${name}! You are ${age} years old.`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CLEANING AND FORMATTING USER INPUT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common task in backend development is cleaning data that comes from a user before saving it to a database.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36192"/>
            <a:ext cx="8595360" cy="3127248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1645920"/>
            <a:ext cx="83210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formatUserProfile(name, email, phone)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Clean up the 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cleanName  = name.trim();           // remove accidental spaces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formatted  = cleanName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.toLowerCase()        // normalise case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.split(" ")           // split into words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.map(word =&gt; word[0].toUpperCase() + word.slice(1)) // capitalise each 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.join(" ");           // join back together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Validate email contains @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(!email.includes("@"))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new Error("Invalid email address!");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Mask the phone 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maskedPhone = phone.slice(-4).padStart(phone.length, "*");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console.log("Name:  " + formatted);     // "Adaeze Obi"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console.log("Email: " + email.toLowerCase()); // "adaeze@gmail.com"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console.log("Phone: " + maskedPhone);   // "*******4567"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formatUserProfile("  adaeze obi  ", "Adaeze@Gmail.com", "08031234567");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9144000" cy="475488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 "Lagos,Abuja,Ibadan".split(",")  return?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7452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7452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0976" y="198424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"Lagos Abuja Ibadan"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87452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87452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87452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48656" y="198424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["Lagos","Abuja","Ibadan"]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8036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8036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0976" y="299008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88036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8036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88036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48656" y="299008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005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split always returns an ARRAY. The separator is removed and the string is cut at each comma.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9144000" cy="475488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SUMMARY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97280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slice(s, 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1572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a piece out of a string from start to end (end not included). Supports negatives.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substring(s, e)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37760" y="1572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slice but does not support negative numbers.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95728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87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287121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FIRST matching text with new text.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395728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95728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487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replaceAll()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37760" y="287121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ALL matching text with new text.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94176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94176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85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split(sep)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16966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 string into an ARRAY using the separator as the cut point.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94176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94176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785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padStart/padEnd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37760" y="416966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characters to reach a target length. padStart fills the left, padEnd fills the right.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9144000" cy="2286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Methods and the Math Object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IN JAVASCRIPT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has ONE number type for everything: whole numbers, decimals, negative numbers, and very large or very small numbers.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1783080"/>
            <a:ext cx="5029200" cy="1847088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1892808"/>
            <a:ext cx="4754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age      = 25;          // whole 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price    = 1499.99;    // decimal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negative = -300;        // negative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big      = 9_000_000;  // underscore for readability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console.log(typeof age);   // "number"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console.log(typeof price); // "number"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1783080"/>
            <a:ext cx="32918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1783080"/>
            <a:ext cx="3291840" cy="40233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1837944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Number Values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87568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30428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Number. Result of bad math like "abc" * 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87568" y="2734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Infinity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73405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too large for JavaScript to handle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87568" y="3163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-Infinity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163824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version of Infinity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730752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30752"/>
            <a:ext cx="73152" cy="96012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856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Floating Point Surprise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078224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console.log(0.1 + 0.2);   // 0.30000000000000004  (not 0.3!)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a known quirk of how computers store decimal numbers. Use toFixed() to round it for display.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toFixed() AND toPrecision()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methods control how many digits are shown when displaying a number. They always return a STRING, not a number.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81912"/>
            <a:ext cx="4206240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581912"/>
            <a:ext cx="4206240" cy="40233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63677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toFixed(digits)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2075688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to a FIXED number of decimal places. Perfect for prices and percentages.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24328"/>
            <a:ext cx="4114800" cy="1755648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734056"/>
            <a:ext cx="3840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price = 1499.5679;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console.log(price.toFixed(2));  // "1499.57"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console.log(price.toFixed(0));  // "1500"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console.log(price.toFixed(4));  // "1499.5679"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tax = 0.1 + 0.2;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console.log(tax.toFixed(2)); // "0.30"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581912"/>
            <a:ext cx="4206240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581912"/>
            <a:ext cx="420624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63677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toPrecision(total)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73168" y="2075688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TOTAL number of significant digits, not just the decimal places.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624328"/>
            <a:ext cx="4114800" cy="1755648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734056"/>
            <a:ext cx="3840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num = 123.456;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console.log(num.toPrecision(5)); // "123.46"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console.log(num.toPrecision(4)); // "123.5"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console.log(num.toPrecision(2)); // "1.2e+2"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small = 0.00456;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console.log(small.toPrecision(2)); // "0.0046"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parseInt(), parseFloat() AND Number()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data arrives as text (a string) but you need to do maths with it. These functions convert strings into actual numbers.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1783080"/>
            <a:ext cx="8595360" cy="288036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1892808"/>
            <a:ext cx="832104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parseInt: converts to a whole number (ignores decimals)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console.log(parseInt("42"));        // 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console.log(parseInt("42.9"));      // 42  (decimal dropped)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console.log(parseInt("42px"));      // 42  (stops at non-number character)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console.log(parseInt("hello"));     // NaN (cannot convert)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parseFloat: converts to a decimal 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console.log(parseFloat("3.99"));    // 3.99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console.log(parseFloat("3.99kg"));  // 3.99  (stops at non-number character)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Number(): converts strictly (no partial conversion)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console.log(Number("100"));         //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console.log(Number("3.14"));        // 3.14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console.log(Number("42px"));        // NaN  (fails completely, unlike parseInt)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console.log(Number(""));            //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console.log(Number(true));          //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console.log(Number(false));         // 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isNaN() AND isFinite()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functions help you check whether a value is a valid, usable number before you try to do maths with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81912"/>
            <a:ext cx="420624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581912"/>
            <a:ext cx="4206240" cy="40233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63677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isNaN()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207568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the value is NOT a valid number.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514600"/>
            <a:ext cx="4114800" cy="141732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624328"/>
            <a:ext cx="38404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console.log(isNaN("hello")); //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console.log(isNaN(42));      //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console.log(isNaN("42"));    //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console.log(isNaN(0/0));     // true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Number.isNaN is stricter: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console.log(Number.isNaN("hello")); // false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581912"/>
            <a:ext cx="420624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581912"/>
            <a:ext cx="420624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63677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isFinite()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73168" y="207568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the value is a real, finite number (not Infinity or NaN).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514600"/>
            <a:ext cx="4114800" cy="141732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624328"/>
            <a:ext cx="38404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console.log(isFinite(42));        //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console.log(isFinite(Infinity));  //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console.log(isFinite(-Infinity)); //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console.log(isFinite(NaN));       //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console.log(isFinite("100"));     // true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251960"/>
            <a:ext cx="859536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15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numbers from user input with isNaN() or isFinite() before doing any calculations!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OBJECT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object is a built-in JavaScript toolbox full of useful maths functions and constants. You do not need to import it. It is always available.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175564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755648"/>
            <a:ext cx="2743200" cy="36576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10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Math.round()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22128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to nearest whole number. 4.5 goes up, 4.4 goes down.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6517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Math.round(4.6)  //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Math.round(4.4)  // 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75564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755648"/>
            <a:ext cx="2743200" cy="36576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810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Math.floor()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91840" y="22128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rounds DOWN to the nearest whole number below.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26517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Math.floor(4.9)  //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Math.floor(-1.2) // -2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75564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755648"/>
            <a:ext cx="2743200" cy="36576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810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Math.ceil()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17920" y="22128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rounds UP to the nearest whole number above.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26517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Math.ceil(4.1)   //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Math.ceil(-1.8)  // -1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31012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310128"/>
            <a:ext cx="2743200" cy="3657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Math.max()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5760" y="37673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largest value from a list of numbers.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206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Math.max(10,55,3,99) // 99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331012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310128"/>
            <a:ext cx="2743200" cy="3657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Math.min()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291840" y="37673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smallest value from a list of numbers.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91840" y="4206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Math.min(10,55,3,99) // 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331012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3310128"/>
            <a:ext cx="2743200" cy="3657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Math.abs()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217920" y="37673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absolute (positive) value of a number.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17920" y="4206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Math.abs(-45)    // 45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Math.abs(45)     // 45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Math.random(), Math.pow() AND Math.sqrt()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420624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078992"/>
            <a:ext cx="4206240" cy="40233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13385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Math.random()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1591056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random decimal number between 0 (included) and 1 (not included).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a random whole number in a range, combine it with Math.floor.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267712"/>
            <a:ext cx="4114800" cy="217627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377440"/>
            <a:ext cx="3840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Random decimal between 0 and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console.log(Math.random()); // e.g. 0.7341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Random whole number between 1 and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rand = Math.floor(Math.random() * 10) + 1;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console.log(rand); // e.g. 7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Random whole number between min and max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getRandom(min, max)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Math.floor(Math.random() * (max-min+1)) + min;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console.log(getRandom(50, 100)); // e.g. 73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78992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78992"/>
            <a:ext cx="420624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13385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Math.pow(base, exp)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1572768"/>
            <a:ext cx="4114800" cy="98755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682496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Math.pow(2, 10)  // 1024  (2 to the power of 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Math.pow(3, 3)   // 27   (3 cubed)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Math.pow(5, 2)   // 25   (5 squared)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852928"/>
            <a:ext cx="42062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852928"/>
            <a:ext cx="420624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90779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Math.sqrt() and Math.PI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346704"/>
            <a:ext cx="4114800" cy="107899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3456432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Math.sqrt(25)   // 5   (square root of 25)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Math.sqrt(144)  // 12  (square root of 144)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Math.PI         // 3.141592653589793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9144000" cy="475488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Math method always rounds a number DOWN?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7452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7452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0976" y="198424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Math.round()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87452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87452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87452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48656" y="198424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Math.ceil()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8036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8036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0976" y="299008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Math.floor()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88036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8036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88036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48656" y="299008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Math.abs()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005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round goes to nearest, ceil always goes UP, floor always goes DOWN.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INVOICE GENERATOR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 use String AND Number methods together in a real-world program!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08760"/>
            <a:ext cx="8595360" cy="327355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1618488"/>
            <a:ext cx="832104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generateInvoice(customerName, items)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Format the 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name = customerName.trim()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.toLowerCase()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.replace(/\b\w/g, c =&gt; c.toUpperCase()); // capitalise each word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Calculate subtotal using reduce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subtotal = items.reduce((total, item) =&gt; total + item.price * item.qty, 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Add 7.5% VAT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vat   = subtotal * 0.075;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total = subtotal + vat;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Format as currency strings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invoiceNumber = "INV-" + String(Math.floor(Math.random() * 90000) + 10000);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console.log("===== INVOICE =====");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console.log("Invoice No: " + invoiceNumber);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console.log("Customer:   " + 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console.log("Subtotal:   NGN " + subtotal.toFixed(2));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console.log("VAT (7.5%): NGN " + vat.toFixed(2));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console.log("TOTAL:      NGN " + total.toFixed(2));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generateInvoice("  chiamaka eze  ", [{price:5000, qty:2}, {price:1200, qty:3}]);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9144000" cy="475488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SUMMARY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97280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toFixed(n)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1572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to n decimal places. Returns a string. Great for prices.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37760" y="1572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string to a whole number. Stops at non-numeric characters.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95728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87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parseFloat()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287121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string to a decimal number. Stops at non-numeric characters.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395728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95728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487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37760" y="287121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converts to a number. Returns NaN if the whole string is not a number.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94176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94176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85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isNaN()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16966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the value cannot be used as a number.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94176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94176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785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Math.random()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37760" y="416966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random decimal from 0 to 1. Use with Math.floor for whole numbers.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STRING METHODS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.length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03120" y="1124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characters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499616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45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.toUpperCase()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03120" y="15453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letters to uppercase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920240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.toLowerCase()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0312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letters to lowercase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340864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386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.trim()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3120" y="2386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spaces from both ends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761488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07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.trimStart()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03120" y="2807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spaces from left only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182112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27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.trimEnd()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03120" y="3227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spaces from right only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602736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648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.indexOf(x)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03120" y="3648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of first x, or -1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023360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.includes(x)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10312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false: does x exist?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443984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489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.startsWith(x)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103120" y="4489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false: starts with x?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09160" y="1078992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.endsWith(x)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37960" y="1124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false: ends with x?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09160" y="1499616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1545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.slice(s,e)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37960" y="15453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from position s to 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09160" y="1920240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.replace(a,b)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53796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first a with b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09160" y="2340864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2386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.replaceAll(a,b)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537960" y="2386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all a with b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709160" y="2761488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2807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.split(sep)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537960" y="2807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into array by separator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09160" y="3182112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3227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.padStart(n,c)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537960" y="3227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 to left until length n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709160" y="3602736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648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.padEnd(n,c)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537960" y="3648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 to right until length n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709160" y="4023360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.repeat(n)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53796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string n times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09160" y="4443984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00600" y="4489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.toFixed(n)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537960" y="4489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to n decimal places (returns string)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NUMBER AND Math METHODS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124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Number(x)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03120" y="1124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x to a number (strict)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499616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453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parseInt(x)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03120" y="15453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string to whole number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920240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parseFloat(x)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0312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string to decimal number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340864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3865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.toFixed(n)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3120" y="2386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to n decimal places (string)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761488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07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.toPrecision(n)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03120" y="2807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 significant digits (string)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182112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278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isNaN(x)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03120" y="3227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x is Not a Number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602736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648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isFinite(x)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03120" y="3648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x is a real finite number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023360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Math.round(x)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10312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to nearest whole number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443984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4897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Math.floor(x)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103120" y="4489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round down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09160" y="1078992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1124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Math.ceil(x)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37960" y="1124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round up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09160" y="1499616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15453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Math.max(a,b...)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37960" y="15453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largest number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09160" y="1920240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Math.min(a,b...)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53796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smallest number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09160" y="2340864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23865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Math.abs(x)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537960" y="2386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positive version of x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709160" y="2761488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2807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Math.pow(b,e)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537960" y="2807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to the power of 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09160" y="3182112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32278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Math.sqrt(x)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537960" y="3227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of x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709160" y="3602736"/>
            <a:ext cx="4206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648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Math.random()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537960" y="3648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decimal from 0 to 1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709160" y="4023360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Math.PI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53796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3.14159... (the constant pi)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QUESTIONS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answer these without looking at your notes first!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1481328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481328"/>
            <a:ext cx="365760" cy="76809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481328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15727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replace() and replaceAll()?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359152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59152"/>
            <a:ext cx="365760" cy="76809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359152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24505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"hello world".split(" ") return?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236976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36976"/>
            <a:ext cx="365760" cy="76809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36976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32841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trim() do and why is it useful?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14800"/>
            <a:ext cx="365760" cy="76809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14800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206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parseInt() and Number()?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1481328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481328"/>
            <a:ext cx="365760" cy="76809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481328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66360" y="15727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to round 3.14159 to 2 decimal places.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359152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359152"/>
            <a:ext cx="365760" cy="76809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359152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66360" y="24505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Math.floor(4.99) return?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236976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236976"/>
            <a:ext cx="365760" cy="76809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236976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66360" y="332841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get a random whole number between 1 and 6?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4114800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4114800"/>
            <a:ext cx="365760" cy="76809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114800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66360" y="4206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isNaN("hello") return and why?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PROJECT: STUDENT PROFILE FORMATTER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program that takes raw student data and formats it cleanly for display. Use as many string and number methods as you can!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1627632"/>
            <a:ext cx="8595360" cy="306324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1737360"/>
            <a:ext cx="832104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formatProfile(rawName, rawEmail, rawScore, rawPhone)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Format name: trim spaces and capitalise each 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name = rawName.trim().toLowerCase()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.split(" 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.map(w =&gt; w[0].toUpperCase() + w.slice(1))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.join(" 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Validate and clean email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email = rawEmail.trim().toLowerCase();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(!email.includes("@") || !email.endsWith(".com"))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new Error("Invalid email: " + email);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Round score and get grade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score = parseFloat(rawScore);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(isNaN(score)) throw new Error("Score must be a number");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grade = score &gt;= 70 ? "A" : score &gt;= 50 ? "B" : "F";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Mask phone 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phone = rawPhone.trim().replace(/\s/g, "");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masked = phone.slice(-4).padStart(phone.length, "*");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console.log("Name:  " + name + " | Grade: " + grade + " (" + score.toFixed(1) + ")");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console.log("Email: " + email + " | Phone: " + masked);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formatProfile("  ngozi adeyemi  ", "Ngozi@Gmail.com", "74.678", "080 1234 5678");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47731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Add a function that generates a random 6-digit student ID for each profile!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1440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09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393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80467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777240"/>
            <a:ext cx="164592" cy="35204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960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Done!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manipulate strings and numbers like a real developer.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covered: String Methods I and II  |  Number Methods  |  The Math Object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practising. The best way to learn methods is to use them in real code every day!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407408"/>
            <a:ext cx="6858000" cy="5486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4407408"/>
            <a:ext cx="219456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453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95160" y="44531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&amp; Number Methods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and Number Methods</dc:title>
  <dc:subject>PptxGenJS Presentation</dc:subject>
  <dc:creator>PptxGenJS</dc:creator>
  <cp:lastModifiedBy>PptxGenJS</cp:lastModifiedBy>
  <cp:revision>1</cp:revision>
  <dcterms:created xsi:type="dcterms:W3CDTF">2026-03-23T10:22:31Z</dcterms:created>
  <dcterms:modified xsi:type="dcterms:W3CDTF">2026-03-23T10:22:31Z</dcterms:modified>
</cp:coreProperties>
</file>